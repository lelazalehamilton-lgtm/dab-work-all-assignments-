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C07AF-6691-4C2A-AC43-B03EC261145A}" v="13" dt="2026-01-20T01:36:04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la hamilton" userId="a1b86d634fb237dd" providerId="LiveId" clId="{5C77D081-D866-4B7B-84F0-C8C01C9AFB10}"/>
    <pc:docChg chg="addSld delSld modSld modMainMaster">
      <pc:chgData name="lela hamilton" userId="a1b86d634fb237dd" providerId="LiveId" clId="{5C77D081-D866-4B7B-84F0-C8C01C9AFB10}" dt="2026-01-20T01:55:06.177" v="150" actId="14100"/>
      <pc:docMkLst>
        <pc:docMk/>
      </pc:docMkLst>
      <pc:sldChg chg="del setBg">
        <pc:chgData name="lela hamilton" userId="a1b86d634fb237dd" providerId="LiveId" clId="{5C77D081-D866-4B7B-84F0-C8C01C9AFB10}" dt="2026-01-20T01:37:42.172" v="25" actId="2696"/>
        <pc:sldMkLst>
          <pc:docMk/>
          <pc:sldMk cId="0" sldId="256"/>
        </pc:sldMkLst>
      </pc:sldChg>
      <pc:sldChg chg="modSp mod setBg">
        <pc:chgData name="lela hamilton" userId="a1b86d634fb237dd" providerId="LiveId" clId="{5C77D081-D866-4B7B-84F0-C8C01C9AFB10}" dt="2026-01-20T01:49:30.994" v="44" actId="20577"/>
        <pc:sldMkLst>
          <pc:docMk/>
          <pc:sldMk cId="0" sldId="257"/>
        </pc:sldMkLst>
        <pc:spChg chg="mod">
          <ac:chgData name="lela hamilton" userId="a1b86d634fb237dd" providerId="LiveId" clId="{5C77D081-D866-4B7B-84F0-C8C01C9AFB10}" dt="2026-01-20T01:49:30.994" v="4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 setBg">
        <pc:chgData name="lela hamilton" userId="a1b86d634fb237dd" providerId="LiveId" clId="{5C77D081-D866-4B7B-84F0-C8C01C9AFB10}" dt="2026-01-20T01:49:58.145" v="61" actId="20577"/>
        <pc:sldMkLst>
          <pc:docMk/>
          <pc:sldMk cId="0" sldId="258"/>
        </pc:sldMkLst>
        <pc:spChg chg="mod">
          <ac:chgData name="lela hamilton" userId="a1b86d634fb237dd" providerId="LiveId" clId="{5C77D081-D866-4B7B-84F0-C8C01C9AFB10}" dt="2026-01-20T01:49:58.145" v="61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setBg">
        <pc:chgData name="lela hamilton" userId="a1b86d634fb237dd" providerId="LiveId" clId="{5C77D081-D866-4B7B-84F0-C8C01C9AFB10}" dt="2026-01-20T01:50:22.481" v="76" actId="20577"/>
        <pc:sldMkLst>
          <pc:docMk/>
          <pc:sldMk cId="0" sldId="259"/>
        </pc:sldMkLst>
        <pc:spChg chg="mod">
          <ac:chgData name="lela hamilton" userId="a1b86d634fb237dd" providerId="LiveId" clId="{5C77D081-D866-4B7B-84F0-C8C01C9AFB10}" dt="2026-01-20T01:50:22.481" v="7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 setBg">
        <pc:chgData name="lela hamilton" userId="a1b86d634fb237dd" providerId="LiveId" clId="{5C77D081-D866-4B7B-84F0-C8C01C9AFB10}" dt="2026-01-20T01:51:24.693" v="89" actId="20577"/>
        <pc:sldMkLst>
          <pc:docMk/>
          <pc:sldMk cId="0" sldId="260"/>
        </pc:sldMkLst>
        <pc:spChg chg="mod">
          <ac:chgData name="lela hamilton" userId="a1b86d634fb237dd" providerId="LiveId" clId="{5C77D081-D866-4B7B-84F0-C8C01C9AFB10}" dt="2026-01-20T01:51:24.693" v="89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lela hamilton" userId="a1b86d634fb237dd" providerId="LiveId" clId="{5C77D081-D866-4B7B-84F0-C8C01C9AFB10}" dt="2026-01-20T01:50:45.417" v="78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setBg">
        <pc:chgData name="lela hamilton" userId="a1b86d634fb237dd" providerId="LiveId" clId="{5C77D081-D866-4B7B-84F0-C8C01C9AFB10}" dt="2026-01-20T01:51:09.474" v="80" actId="20577"/>
        <pc:sldMkLst>
          <pc:docMk/>
          <pc:sldMk cId="0" sldId="261"/>
        </pc:sldMkLst>
        <pc:spChg chg="mod">
          <ac:chgData name="lela hamilton" userId="a1b86d634fb237dd" providerId="LiveId" clId="{5C77D081-D866-4B7B-84F0-C8C01C9AFB10}" dt="2026-01-20T01:51:09.474" v="80" actId="20577"/>
          <ac:spMkLst>
            <pc:docMk/>
            <pc:sldMk cId="0" sldId="261"/>
            <ac:spMk id="2" creationId="{00000000-0000-0000-0000-000000000000}"/>
          </ac:spMkLst>
        </pc:spChg>
      </pc:sldChg>
      <pc:sldChg chg="setBg">
        <pc:chgData name="lela hamilton" userId="a1b86d634fb237dd" providerId="LiveId" clId="{5C77D081-D866-4B7B-84F0-C8C01C9AFB10}" dt="2026-01-20T01:35:05.191" v="0"/>
        <pc:sldMkLst>
          <pc:docMk/>
          <pc:sldMk cId="0" sldId="262"/>
        </pc:sldMkLst>
      </pc:sldChg>
      <pc:sldChg chg="setBg">
        <pc:chgData name="lela hamilton" userId="a1b86d634fb237dd" providerId="LiveId" clId="{5C77D081-D866-4B7B-84F0-C8C01C9AFB10}" dt="2026-01-20T01:35:05.191" v="0"/>
        <pc:sldMkLst>
          <pc:docMk/>
          <pc:sldMk cId="0" sldId="263"/>
        </pc:sldMkLst>
      </pc:sldChg>
      <pc:sldChg chg="modSp mod setBg">
        <pc:chgData name="lela hamilton" userId="a1b86d634fb237dd" providerId="LiveId" clId="{5C77D081-D866-4B7B-84F0-C8C01C9AFB10}" dt="2026-01-20T01:53:04.619" v="149" actId="20577"/>
        <pc:sldMkLst>
          <pc:docMk/>
          <pc:sldMk cId="0" sldId="264"/>
        </pc:sldMkLst>
        <pc:spChg chg="mod">
          <ac:chgData name="lela hamilton" userId="a1b86d634fb237dd" providerId="LiveId" clId="{5C77D081-D866-4B7B-84F0-C8C01C9AFB10}" dt="2026-01-20T01:52:00.211" v="99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lela hamilton" userId="a1b86d634fb237dd" providerId="LiveId" clId="{5C77D081-D866-4B7B-84F0-C8C01C9AFB10}" dt="2026-01-20T01:53:04.619" v="149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lela hamilton" userId="a1b86d634fb237dd" providerId="LiveId" clId="{5C77D081-D866-4B7B-84F0-C8C01C9AFB10}" dt="2026-01-20T01:37:39.294" v="24" actId="2696"/>
        <pc:sldMkLst>
          <pc:docMk/>
          <pc:sldMk cId="2233416765" sldId="265"/>
        </pc:sldMkLst>
        <pc:spChg chg="mod">
          <ac:chgData name="lela hamilton" userId="a1b86d634fb237dd" providerId="LiveId" clId="{5C77D081-D866-4B7B-84F0-C8C01C9AFB10}" dt="2026-01-20T01:36:32.301" v="15" actId="1076"/>
          <ac:spMkLst>
            <pc:docMk/>
            <pc:sldMk cId="2233416765" sldId="265"/>
            <ac:spMk id="2" creationId="{2A1FB2D0-B11F-5E3B-2DE0-4C60A1974D3E}"/>
          </ac:spMkLst>
        </pc:spChg>
      </pc:sldChg>
      <pc:sldChg chg="addSp modSp new mod">
        <pc:chgData name="lela hamilton" userId="a1b86d634fb237dd" providerId="LiveId" clId="{5C77D081-D866-4B7B-84F0-C8C01C9AFB10}" dt="2026-01-20T01:55:06.177" v="150" actId="14100"/>
        <pc:sldMkLst>
          <pc:docMk/>
          <pc:sldMk cId="2994294286" sldId="266"/>
        </pc:sldMkLst>
        <pc:spChg chg="add mod">
          <ac:chgData name="lela hamilton" userId="a1b86d634fb237dd" providerId="LiveId" clId="{5C77D081-D866-4B7B-84F0-C8C01C9AFB10}" dt="2026-01-20T01:55:06.177" v="150" actId="14100"/>
          <ac:spMkLst>
            <pc:docMk/>
            <pc:sldMk cId="2994294286" sldId="266"/>
            <ac:spMk id="3" creationId="{E106ADFF-3E4C-E889-F136-118DBBF20BDF}"/>
          </ac:spMkLst>
        </pc:spChg>
      </pc:sldChg>
      <pc:sldMasterChg chg="setBg modSldLayout">
        <pc:chgData name="lela hamilton" userId="a1b86d634fb237dd" providerId="LiveId" clId="{5C77D081-D866-4B7B-84F0-C8C01C9AFB10}" dt="2026-01-20T01:35:34.071" v="6"/>
        <pc:sldMasterMkLst>
          <pc:docMk/>
          <pc:sldMasterMk cId="2209977519" sldId="2147483648"/>
        </pc:sldMasterMkLst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lela hamilton" userId="a1b86d634fb237dd" providerId="LiveId" clId="{5C77D081-D866-4B7B-84F0-C8C01C9AFB10}" dt="2026-01-20T01:35:34.071" v="6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6ADFF-3E4C-E889-F136-118DBBF20BDF}"/>
              </a:ext>
            </a:extLst>
          </p:cNvPr>
          <p:cNvSpPr txBox="1"/>
          <p:nvPr/>
        </p:nvSpPr>
        <p:spPr>
          <a:xfrm>
            <a:off x="526473" y="873775"/>
            <a:ext cx="5181599" cy="192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400" kern="1200" dirty="0">
                <a:latin typeface="+mj-lt"/>
                <a:ea typeface="+mj-ea"/>
                <a:cs typeface="+mj-cs"/>
              </a:rPr>
              <a:t>Auto Sales Analysis</a:t>
            </a:r>
          </a:p>
          <a:p>
            <a:pPr algn="r" defTabSz="914400">
              <a:lnSpc>
                <a:spcPct val="90000"/>
              </a:lnSpc>
            </a:pPr>
            <a:r>
              <a:rPr lang="en-US" sz="4400" kern="1200" dirty="0">
                <a:latin typeface="+mj-lt"/>
                <a:ea typeface="+mj-ea"/>
                <a:cs typeface="+mj-cs"/>
              </a:rPr>
              <a:t>Insights &amp; Recommendations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429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Pivot tables used to analyze sales data</a:t>
            </a:r>
          </a:p>
          <a:p>
            <a:pPr lvl="1"/>
            <a:r>
              <a:rPr dirty="0"/>
              <a:t>Focus on categories, time trends, and regions</a:t>
            </a:r>
          </a:p>
          <a:p>
            <a:pPr lvl="1"/>
            <a:r>
              <a:rPr dirty="0"/>
              <a:t>Objective: turn data into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Sedans generate the highest unit sales</a:t>
            </a:r>
          </a:p>
          <a:p>
            <a:pPr lvl="1"/>
            <a:r>
              <a:rPr dirty="0"/>
              <a:t>SUVs and Trucks deliver higher revenue per vehicle</a:t>
            </a:r>
          </a:p>
          <a:p>
            <a:pPr lvl="1"/>
            <a:r>
              <a:rPr dirty="0"/>
              <a:t>Clear </a:t>
            </a:r>
            <a:r>
              <a:rPr lang="en-US" dirty="0"/>
              <a:t>difference</a:t>
            </a:r>
            <a:r>
              <a:rPr dirty="0"/>
              <a:t> between volume and profitability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Maintain sedan inventory</a:t>
            </a:r>
            <a:r>
              <a:rPr lang="en-US" dirty="0"/>
              <a:t> for</a:t>
            </a:r>
            <a:r>
              <a:rPr dirty="0"/>
              <a:t> volume</a:t>
            </a:r>
          </a:p>
          <a:p>
            <a:pPr lvl="1"/>
            <a:r>
              <a:rPr dirty="0"/>
              <a:t>Increase emphasis on SUVs and Trucks</a:t>
            </a:r>
          </a:p>
          <a:p>
            <a:pPr lvl="1"/>
            <a:r>
              <a:rPr dirty="0"/>
              <a:t>Upsell higher trims and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 Trends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Monthly sales show seasonal patterns</a:t>
            </a:r>
          </a:p>
          <a:p>
            <a:pPr lvl="1"/>
            <a:r>
              <a:rPr dirty="0"/>
              <a:t>Certain months outperform others</a:t>
            </a:r>
          </a:p>
          <a:p>
            <a:pPr lvl="1"/>
            <a:r>
              <a:rPr dirty="0"/>
              <a:t>Lower</a:t>
            </a:r>
            <a:r>
              <a:rPr lang="en-US" dirty="0"/>
              <a:t> </a:t>
            </a:r>
            <a:r>
              <a:rPr dirty="0"/>
              <a:t>demand months present opportunity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Time</a:t>
            </a:r>
            <a:r>
              <a:rPr lang="en-US" dirty="0"/>
              <a:t> </a:t>
            </a:r>
            <a:r>
              <a:rPr dirty="0"/>
              <a:t>Based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Align promotions with peak sales months</a:t>
            </a:r>
          </a:p>
          <a:p>
            <a:pPr lvl="1"/>
            <a:r>
              <a:rPr dirty="0"/>
              <a:t>Use incentives to boost slower periods</a:t>
            </a:r>
          </a:p>
          <a:p>
            <a:pPr lvl="1"/>
            <a:r>
              <a:rPr dirty="0"/>
              <a:t>Plan inventory around seasonality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regions consistently outperform others</a:t>
            </a:r>
          </a:p>
          <a:p>
            <a:pPr lvl="1"/>
            <a:r>
              <a:t>Revenue per unit varies by region</a:t>
            </a:r>
          </a:p>
          <a:p>
            <a:pPr lvl="1"/>
            <a:r>
              <a:t>Opportunity to optimize underperforming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Replicate best practices from top regions</a:t>
            </a:r>
          </a:p>
          <a:p>
            <a:pPr lvl="1"/>
            <a:r>
              <a:t>Adjust inventory by regional demand</a:t>
            </a:r>
          </a:p>
          <a:p>
            <a:pPr lvl="1"/>
            <a:r>
              <a:t>Tailor marketing and pricing locally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Sales performance varies by category, time, and region</a:t>
            </a:r>
          </a:p>
          <a:p>
            <a:pPr lvl="1"/>
            <a:r>
              <a:rPr dirty="0"/>
              <a:t>Data supports targeted, actionable strategies</a:t>
            </a:r>
          </a:p>
          <a:p>
            <a:pPr lvl="1"/>
            <a:r>
              <a:rPr lang="en-US" dirty="0"/>
              <a:t>Recommendation</a:t>
            </a:r>
            <a:r>
              <a:rPr dirty="0"/>
              <a:t> </a:t>
            </a:r>
            <a:r>
              <a:rPr lang="en-US" dirty="0"/>
              <a:t>show </a:t>
            </a:r>
            <a:r>
              <a:rPr dirty="0"/>
              <a:t>smarter sales and inventory </a:t>
            </a:r>
            <a:r>
              <a:rPr lang="en-US" dirty="0"/>
              <a:t>options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168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Analysis Overview</vt:lpstr>
      <vt:lpstr>Vehicle Category Insights</vt:lpstr>
      <vt:lpstr>Category Recommendations</vt:lpstr>
      <vt:lpstr>Sales Trends </vt:lpstr>
      <vt:lpstr>Time Based Recommendations</vt:lpstr>
      <vt:lpstr>Regional Performance Insights</vt:lpstr>
      <vt:lpstr>Regional Recommendations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Owner</dc:creator>
  <cp:keywords/>
  <dc:description>generated using python-pptx</dc:description>
  <cp:lastModifiedBy>lela hamilton</cp:lastModifiedBy>
  <cp:revision>2</cp:revision>
  <dcterms:created xsi:type="dcterms:W3CDTF">2013-01-27T09:14:16Z</dcterms:created>
  <dcterms:modified xsi:type="dcterms:W3CDTF">2026-01-20T01:55:16Z</dcterms:modified>
  <cp:category/>
</cp:coreProperties>
</file>